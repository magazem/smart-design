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  <p:embeddedFontLst>
    <p:embeddedFont>
      <p:font typeface="EmbeddedFont"/>
      <p:regular r:id="rId3"/>
    </p:embeddedFont>
  </p:embeddedFontLst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  <Relationship Id="rId3" Type="http://schemas.openxmlformats.org/officeDocument/2006/relationships/font" Target="fonts/font1.fntdata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rPr>
                <a:latin typeface="EmbeddedFont"/>
              </a:rPr>
              <a:t>Title</a:t>
            </a:r>
          </a:p>
          <a:p>
            <a:r>
              <a:rPr>
                <a:latin typeface="NotEmbeddedFont"/>
              </a:rPr>
              <a:t>Body</a:t>
            </a:r>
          </a:p>
        </p:txBody>
      </p:sp>
    </p:spTree>
  </p:cSld>
</p:sld>
</file>